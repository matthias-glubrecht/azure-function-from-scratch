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Rahmung: Heute bauen wir eine Azure Function von Grund auf selbst — kein Generator-im-Hintergrund, kein KI-Autopilot. Genau das, was ihr bei einem SPFx-Web-Part längst könnt, machen wir jetzt für eine Function.</a:t>
            </a:r>
          </a:p>
          <a:p>
            <a:r>
              <a:t>Beispiel ist die ManagePermissions-Lösung — die gibt es produktiv in C#; wir bauen sie hier in TypeScript nach, um die Schritte zu zeigen.</a:t>
            </a:r>
          </a:p>
          <a:p>
            <a:r>
              <a:t>Versprechen an die Teilnehmer: Am Ende könnt ihr vor einem leeren Ordner sitzen und wisst, welches Werkzeug ihr braucht und welcher Schritt als Nächstes kommt.</a:t>
            </a:r>
          </a:p>
          <a:p>
            <a:r>
              <a:t>Begleitend gibt es anleitung.md zum Mitmachen — Befehl für Befehl, mit komplettem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ehrliche Motiv: Man hat zuletzt viel automatisch erledigen lassen. Wer einen Weg einmal selbst gegangen ist, versteht ihn — und kann ihn debuggen, erklären, anpassen.</a:t>
            </a:r>
          </a:p>
          <a:p>
            <a:r>
              <a:t>Analogie SPFx: yeoman-Generator, gulp serve, package-solution, App-Katalog — diesen Ablauf habt ihr im Kopf. Wir bauen genau dieses mentale Modell für Functions auf.</a:t>
            </a:r>
          </a:p>
          <a:p>
            <a:r>
              <a:t>Aufbau des Vortrags ansagen:</a:t>
            </a:r>
          </a:p>
          <a:p>
            <a:r>
              <a:t>1) Denkmodell,</a:t>
            </a:r>
          </a:p>
          <a:p>
            <a:r>
              <a:t>2) Was wir bauen,</a:t>
            </a:r>
          </a:p>
          <a:p>
            <a:r>
              <a:t>3) Voraussetzungen,</a:t>
            </a:r>
          </a:p>
          <a:p>
            <a:r>
              <a:t>4) zwölf Schritte.</a:t>
            </a:r>
          </a:p>
          <a:p>
            <a:r>
              <a:t>Wichtig: Es geht nicht darum, ManagePermissions auswendig zu lernen, sondern den Weg 'leerer Ordner -&gt; Cloud-Function' zu beherrschen.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Tabelle ist der rote Faden des ganzen Vortrags. Jede Zeile ist ein 'Aha, das kenne ich ja schon'.</a:t>
            </a:r>
          </a:p>
          <a:p>
            <a:r>
              <a:t>Kernunterschied unten betonen: SPFx läuft im Browser MIT der Identität des Benutzers. Die Function läuft serverseitig und braucht eine EIGENE Identität (Managed Identity), um auf SharePoint zuzugreifen.</a:t>
            </a:r>
          </a:p>
          <a:p>
            <a:r>
              <a:t>Wer die linke Spalte beherrscht, muss für die rechte nur die neuen Befehlsnamen lernen — die Konzepte sind dieselben.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malen: Ein Sachbearbeiter klickt im Web-Part 'Diesem Kollegen Zugriff auf dieses eine Dokument geben' — und die Function erledigt genau das, kontrolliert.</a:t>
            </a:r>
          </a:p>
          <a:p>
            <a:r>
              <a:t>Bewusst klein gehalten: EIN Endpunkt, ZWEI Aktionen (grant/reset). Klein genug zum Durchspielen, aber es braucht alle relevanten Bausteine.</a:t>
            </a:r>
          </a:p>
          <a:p>
            <a:r>
              <a:t>grant = Vererbung trennen + Rolle setzen. reset = Vererbung wiederherstellen. Mehr macht die Function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wichtigste konzeptionelle Folie. Zwei Grenzen, zwei völlig verschiedene Identitäten — das verwechseln Einsteiger am häufigsten.</a:t>
            </a:r>
          </a:p>
          <a:p>
            <a:r>
              <a:t>Grenze 1 (delegated): 'Wer ruft an, und darf der das?' Das Token gehört dem angemeldeten Benutzer. Wir prüfen Signatur, Issuer, Audience, Gültigkeit, Scope und Gruppenmitgliedschaft.</a:t>
            </a:r>
          </a:p>
          <a:p>
            <a:r>
              <a:t>Grenze 2 (app-only): 'Mit welchem Recht fasse ich SharePoint an?' Hier zählt die Identität der Function App selbst — die Managed Identity. Least privilege: nur Sites.Selected, und nur auf der einen Ziel-Site.</a:t>
            </a:r>
          </a:p>
          <a:p>
            <a:r>
              <a:t>Pointe: Der Aufrufer kann Rechte vergeben, die er selbst gar nicht hat. Genau deshalb ist die Autorisierung in Grenze 1 (Gruppe!) so wichtig.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winget install OpenJS.NodeJS.LTS / Microsoft.AzureCLI / Microsoft.Azure.FunctionsCoreTools; npm install -g azurite.</a:t>
            </a:r>
          </a:p>
          <a:p>
            <a:r>
              <a:t>Kontrolle vorführen: node --version (v22), func --version (4.x), az --version.</a:t>
            </a:r>
          </a:p>
          <a:p>
            <a:r>
              <a:t>Azurite kurz erklären: Auch lokal will der Functions-Host einen Storage-Account für interne Buchführung. Azurite emuliert den, damit func start nicht meckert.</a:t>
            </a:r>
          </a:p>
          <a:p>
            <a:r>
              <a:t>Die PowerShell-Module braucht man erst ganz am Ende (MI berechtigen) — nicht abschrecken lassen, der Code selbst braucht kein PowerShell.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 sein: Ohne diese drei Rollen kommt man an zwei Stellen nicht weiter (Consent + Site-Grant). Das früh klären, sonst hängt man im Workshop.</a:t>
            </a:r>
          </a:p>
          <a:p>
            <a:r>
              <a:t>Contributor reicht für die Azure-Seite — man braucht NICHT Owner.</a:t>
            </a:r>
          </a:p>
          <a:p>
            <a:r>
              <a:t>Der Entra-Admin-Consent für Sites.Selected ist ein EINMALIGER Schritt pro Tenant.</a:t>
            </a:r>
          </a:p>
          <a:p>
            <a:r>
              <a:t>Der SharePoint-Admin gibt der Managed Identity später FullControl auf genau EINER Site — nicht tenantweit. Das ist der least-privilege-Clou.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passiert der titelgebende Moment: leerer Ordner -&gt; Projekt. Genau die Frage des Teilnehmers.</a:t>
            </a:r>
          </a:p>
          <a:p>
            <a:r>
              <a:t>func init legt das Gerüst an: host.json, local.settings.json, package.json, tsconfig.json, .funcignore, .gitignore, src/.</a:t>
            </a:r>
          </a:p>
          <a:p>
            <a:r>
              <a:t>--worker-runtime (nur informativ, falls gefragt): legt die Sprache fest, in der ihr Functions schreibt. node = JS/TS (mit --language javascript/typescript), python, powershell, dotnet-isolated = C#/F# (aktueller .NET-Standard), dotnet = C# in-process (älter, läuft aus), java, custom = beliebige Sprache über HTTP (z.B. Go/Rust). Die produktive ManagePermissions nutzt dotnet-isolated; wir nehmen node.</a:t>
            </a:r>
          </a:p>
          <a:p>
            <a:r>
              <a:t>Betonen: Bis hierher ist NICHTS Azure-spezifisch passiert außer Dateien anlegen. Kein Cloud-Login nötig.</a:t>
            </a:r>
          </a:p>
          <a:p>
            <a:r>
              <a:t>Nächste Folie zeigt, was diese Dateien bedeuten.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main-Feld in package.json ist der wichtigste Aha-Punkt: 'dist/src/functions/*.js' — der Host lädt diese Dateien beim Start und führt deren Registrierungen aus.</a:t>
            </a:r>
          </a:p>
          <a:p>
            <a:r>
              <a:t>local.settings.json hervorheben: Hier stehen lokale Geheimnisse, und genau deshalb ist die Datei in .gitignore und im .funcignore — sie landet weder im Git noch in Azure.</a:t>
            </a:r>
          </a:p>
          <a:p>
            <a:r>
              <a:t>tsconfig: src wird nach dist kompiliert. Deshalb zeigt main auf dist/, nicht auf src/.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 new = 'Komponente hinzufügen'. authLevel anonymous, WEIL wir die Identität selbst im Code prüfen (Token+Gruppe) — der Function-API-Key würde das nur verdoppeln.</a:t>
            </a:r>
          </a:p>
          <a:p>
            <a:r>
              <a:t>authLevel steuert, ob ein von Azure generierter Function-Schlüssel mitgeschickt werden muss. Drei Werte: anonymous = kein Schlüssel (wenn ihr die Auth selbst macht oder ein Türsteher wie API Management davorsteht); function = Function-/Host-Schlüssel nötig (Standard, für interne/Service-zu-Service-Aufrufe); admin = Master-Schlüssel (sehr weitreichend, meiden). WICHTIG: anonymous heißt NICHT ungeschützt — nur 'kein Azure-Schlüssel'; unser JWT-Check ist der eigentliche Türsteher.</a:t>
            </a:r>
          </a:p>
          <a:p>
            <a:r>
              <a:t>npm start läuft prestart -&gt; clean+build (tsc) -&gt; func start. Den ersten erfolgreichen Aufruf gemeinsam feiern: Das ist der 'es lebt'-Moment.</a:t>
            </a:r>
          </a:p>
          <a:p>
            <a:r>
              <a:t>Pädagogisch wichtig: Erst das triviale Hello-World zum Laufen bringen, DANN Komplexität dazu. So weiß man bei jedem späteren Fehler, dass das Gerüst stand.</a:t>
            </a:r>
          </a:p>
          <a:p>
            <a:r>
              <a:t>Falls Storage-Warnung: azurite starten oder AzureWebJobsStorage=UseDevelopmentStorage=true.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 entschärfen: 'Programmiermodell' klingt groß, meint aber nur die ART, WIE man im Code eine Function beschreibt — welche Datei-Struktur, welche Befehle. Für Node ist v4 die aktuelle, einsteigerfreundliche Generation; sie hängt am npm-Paket @azure/functions Version 4.</a:t>
            </a:r>
          </a:p>
          <a:p>
            <a:r>
              <a:t>'Registrieren' in einfachen Worten: app.http(...) meldet die Function beim Host AN. Du sagst ihm drei Dinge — wie sie heißt ('ManagePermissions'), worauf sie reagiert (HTTP GET/POST) und welche Funktion laufen soll (handler). Mehr ist es nicht.</a:t>
            </a:r>
          </a:p>
          <a:p>
            <a:r>
              <a:t>Ablauf beim Start: Der Host liest die Dateien aus dem main-Feld der package.json, führt die app.http(...)-Aufrufe darin aus und weiß danach, welche Endpunkte es gibt und wohin Anfragen müssen.</a:t>
            </a:r>
          </a:p>
          <a:p>
            <a:r>
              <a:t>Deshalb MUSS app.http(...) auf globaler Ebene stehen (nicht in einer anderen Funktion) — sonst wird es beim Laden nicht ausgeführt und der Host kennt die Function nicht.</a:t>
            </a:r>
          </a:p>
          <a:p>
            <a:r>
              <a:t>Nur FALLS online ältere Beispiele auftauchen: Früher lag neben jeder Function eine separate function.json. Im v4-Modell braucht man sie nicht mehr — alles steht im Code. Nicht von sich aus mit function.json anfangen, wenn im Raum niemand sie kennt.</a:t>
            </a:r>
          </a:p>
          <a:p>
            <a:r>
              <a:t>Schöne Parallele zu C# isolated: Dort macht das Attribut [Function("…")] / [HttpTrigger] dasselbe wie app.http(...). Gleiche Designidee, zwei Sprachen.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fünf Pakete sind das ganze Fundament. Jedes hat genau eine Aufgabe — keine Magie.</a:t>
            </a:r>
          </a:p>
          <a:p>
            <a:r>
              <a:t>@pnp/azidjsclient ist der Klebstoff: Es macht aus einer @azure/identity-Credential ein PnPjs-Auth-Behavior. Damit muss man KEINEN Token-Code von Hand schreiben.</a:t>
            </a:r>
          </a:p>
          <a:p>
            <a:r>
              <a:t>jose statt selbstgebauter Krypto: Token-Validierung will man NICHT von Hand machen. jose prüft Signatur gegen die öffentlichen Schlüssel von Entra und cacht sie automatisch.</a:t>
            </a:r>
          </a:p>
          <a:p>
            <a:r>
              <a:t>Dateistruktur ansagen: functions/ (Handler), auth/ (Token), services/ (PnPjs), models/ (Typen) — wie in der C#-Lösung.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Interface ist hier reine Dokumentation + Typsicherheit — zur Laufzeit prüfen wir die Werte trotzdem selbst (kommt im Service).</a:t>
            </a:r>
          </a:p>
          <a:p>
            <a:r>
              <a:t>permissionLevel ist eine Allowlist: Read, Contribute, Edit, Design, FullControl. Mehr lassen wir nicht zu.</a:t>
            </a:r>
          </a:p>
          <a:p>
            <a:r>
              <a:t>copyExistingPermissions=false als interessante Option: Element startet exklusiv, nur der neue Benutzer (plus Site-Admins) hat Zugriff. Default true erhält bestehende Zugriffe.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machen die Token-Prüfung bewusst SICHTBAR im Code, statt sie hinter Middleware zu verstecken — damit jeder sieht, was 'ein Token validieren' eigentlich heißt.</a:t>
            </a:r>
          </a:p>
          <a:p>
            <a:r>
              <a:t>Vier Dinge prüft die Signatur-/Claim-Validierung: Ist das Token echt (Signatur)? Vom richtigen Aussteller (Issuer v2.0)? Für UNS bestimmt (Audience)? Noch gültig (Lifetime)?</a:t>
            </a:r>
          </a:p>
          <a:p>
            <a:r>
              <a:t>scp = der delegierte Scope, dem der Benutzer zugestimmt hat. groups = unsere Autorisierung: nur Mitglieder einer bestimmten Sicherheitsgruppe dürfen rein.</a:t>
            </a:r>
          </a:p>
          <a:p>
            <a:r>
              <a:t>Frage, die garantiert kommt: groups-Claim ODER roles-Claim? Wir prüfen bewusst groups (Mitgliedschaft in einer Entra-Sicherheitsgruppe, wie die C#-Lösung). Alternative wäre der roles-Claim über App-Rollen: eigene Rollen in der App-Registrierung definieren und Benutzer/Gruppen zuweisen -&gt; im Token erscheint roles. Faustregel: groups, wenn passende Sicherheitsgruppen schon existieren; App-Rollen (roles) sind app-spezifischer, sauberer und vermeiden Group-Overage. Im Workshop bleiben wir bei groups, damit Anleitung und C#-Lösung deckungsgleich sind.</a:t>
            </a:r>
          </a:p>
          <a:p>
            <a:r>
              <a:t>createRemoteJWKSet auf Modulebene anlegen — es cacht die Schlüssel und behandelt Schlüssel-Rotation automatisch. Nicht pro Aufruf neu bauen.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beiden Stolpersteine kosten erfahrungsgemäß die meiste Debugging-Zeit — deshalb eine eigene Folie. Beide äußern sich als 'es geht einfach nicht', obwohl der Code stimmt.</a:t>
            </a:r>
          </a:p>
          <a:p>
            <a:r>
              <a:t>Token v2: Ohne die Umstellung kommt ein v1.0-Issuer (sts.windows.net) statt login.microsoftonline.com/.../v2.0 — und unsere Validierung lehnt korrekt ab. Kontrolle über jwt.ms: Claim ver muss 2.0 sein.</a:t>
            </a:r>
          </a:p>
          <a:p>
            <a:r>
              <a:t>groups-Claim: Standardmäßig steht NICHT im Token, in welchen Gruppen jemand ist. Erst der explizit aktivierte Claim bringt ihn rein. 'Groups assigned to the application' vermeidet außerdem das Overage-Problem.</a:t>
            </a:r>
          </a:p>
          <a:p>
            <a:r>
              <a:t>Lehrsatz: Wenn 'alles richtig' aussieht und trotzdem 401/403 kommt — fast immer einer dieser beiden Schalter in der App-Registrierung.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der Auth-Kern der zweiten Vertrauensgrenze — und erstaunlich wenig Code. DefaultAzureCredential + AzureIdentity erledigen Token-Beschaffung und -Refresh komplett.</a:t>
            </a:r>
          </a:p>
          <a:p>
            <a:r>
              <a:t>DefaultAzureCredential ist clever: dieselbe Codezeile nimmt in Azure die Managed Identity und auf eurem Rechner eure az-login-Anmeldung. Lokal testen ohne Secrets.</a:t>
            </a:r>
          </a:p>
          <a:p>
            <a:r>
              <a:t>Scope .../.default holt ein SharePoint-Token (Audience = der SP-Host). Deshalb braucht die MI nur das SharePoint-Recht Sites.Selected — keine Graph-Rechte.</a:t>
            </a:r>
          </a:p>
          <a:p>
            <a:r>
              <a:t>Best Practice: die Credential EINMAL auf Modulebene anlegen (Token-Cache), nicht pro Aufruf neu.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getByType statt getByName ist der Lokalisierungs-Trick: Auf einer deutschen Site heißt die Rolle 'Mitwirken', nicht 'Contribute'. Der RoleType (Zahl) ist sprachunabhängig — derselbe Kniff wie in der C#-Lösung.</a:t>
            </a:r>
          </a:p>
          <a:p>
            <a:r>
              <a:t>ensureUser: Bevor man jemandem etwas zuweisen kann, muss der Benutzer in der versteckten User-Information-List der Site existieren. ensureUser legt ihn bei Bedarf an und liefert die numerische userId.</a:t>
            </a:r>
          </a:p>
          <a:p>
            <a:r>
              <a:t>breakRoleInheritance nur, wenn das Element noch erbt (HasUniqueRoleAssignments prüfen). copyExisting steuert, ob bestehende Zugriffe übernommen werden.</a:t>
            </a:r>
          </a:p>
          <a:p>
            <a:r>
              <a:t>Fehler-Mapping zeigen: PnPjs wirft HttpRequestError mit .status. 401/403 von SharePoint bilden wir auf 502 ab — das heißt 'die MI-Berechtigung fehlt', nicht 'der Aufrufer ist schuld'.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Schön zeigen: Der Handler ist dünn. Er orchestriert nur — authentifizieren, Body lesen, an den Service delegieren. Die eigentliche Arbeit liegt in auth/ und services/.</a:t>
            </a:r>
          </a:p>
          <a:p>
            <a:r>
              <a:t>Reihenfolge ist Sicherheit: ERST Token prüfen, DANN überhaupt den Body anfassen. Ein nicht autorisierter Aufrufer kommt nie bis zur SharePoint-Logik.</a:t>
            </a:r>
          </a:p>
          <a:p>
            <a:r>
              <a:t>Vergleich zur Hello-world-Version aus Schritt 2 nebeneinanderlegen: app.http-Registrierung identisch, Handler-Signatur identisch — nur der Rumpf ist gewachsen. Das nimmt die Angst vor der Komplexität.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Clou: Dank DefaultAzureCredential testet man lokal gegen ECHTES SharePoint, ohne irgendetwas zu deployen — es zählt die az-login-Anmeldung.</a:t>
            </a:r>
          </a:p>
          <a:p>
            <a:r>
              <a:t>local.settings.json wird nicht deployt; sie ist nur für die lokale Entwicklung. In Azure kommen dieselben Schlüssel als App Settings.</a:t>
            </a:r>
          </a:p>
          <a:p>
            <a:r>
              <a:t>Hinweis zum Test-Token: Das az-CLI-Token enthält access_as_user nur, wenn Tenant-Richtlinien das zulassen. Für realistische Tests später über das Web-Part gehen.</a:t>
            </a:r>
          </a:p>
          <a:p>
            <a:r>
              <a:t>Wer hier grün sieht, hat die ganze Logik bewiesen — der Rest ist Deployment und Berechtigungen.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 Consumption Plan: aktuell empfohlen — serverless, scale-to-zero, Node 22, schnelles Scale-out. Pay-per-execution.</a:t>
            </a:r>
          </a:p>
          <a:p>
            <a:r>
              <a:t>identity assign liefert die principalId der MI zurück — die brauchen wir in Schritt 11. Mitschreiben!</a:t>
            </a:r>
          </a:p>
          <a:p>
            <a:r>
              <a:t>App Settings sind die Cloud-Variante von local.settings.json. In Node liest man sie direkt über process.env — das __ bleibt im Variablennamen erhalten.</a:t>
            </a:r>
          </a:p>
          <a:p>
            <a:r>
              <a:t>CORS nicht vergessen, sonst lehnt der Browser den Aufruf des Web-Parts ab. Und: func publish macht auf Linux/Flex einen Remote-Build (npm install + tsc in Azure).</a:t>
            </a:r>
          </a:p>
          <a:p>
            <a:r>
              <a:t>Flex-Falle erwähnen: Der echte Host hat ein Region-/Hash-Suffix — immer defaultHostName abfragen, nicht &lt;app&gt;.azurewebsites.net annehmen.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Konfiguration der ERSTEN Vertrauensgrenze — und sie ist sprachunabhängig, identisch zur C#-Lösung. Es geht um Identität und Token, nicht um Code.</a:t>
            </a:r>
          </a:p>
          <a:p>
            <a:r>
              <a:t>Hier schlagen die beiden Stolpersteine von Folie 15 zu: Token v2 und groups-Claim. Beide JETZT richtig setzen, dann später kein 401/403-Rätselraten.</a:t>
            </a:r>
          </a:p>
          <a:p>
            <a:r>
              <a:t>Die Gruppe der Enterprise-App zuweisen ist der oft vergessene zweite Schritt — ohne ihn erscheint der groups-Claim nicht, selbst wenn man ihn aktiviert hat.</a:t>
            </a:r>
          </a:p>
          <a:p>
            <a:r>
              <a:t>Client-ID und Group-Object-ID müssen als App Settings gesetzt sein (Schritt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betrifft die Identität der Function App, nicht den Code — exakt dieselben Schritte wie bei der C#-Lösung.</a:t>
            </a:r>
          </a:p>
          <a:p>
            <a:r>
              <a:t>Wichtige Falle: PnPjs/CSOM spricht die SharePoint-REST-API mit einem SharePoint-Token. Graph-Sites.Selected allein reicht NICHT — man braucht die App-Rolle Sites.Selected auch auf der SharePoint-Online-API.</a:t>
            </a:r>
          </a:p>
          <a:p>
            <a:r>
              <a:t>Connect-PnPOnline braucht seit PnP.PowerShell 2.x eine eigene -ClientId: Das Modul bringt KEINE vorregistrierte Anmelde-App mehr mit. Einmalig pro Tenant mit Register-PnPEntraIDAppForInteractiveLogin eine Public-Client-App (Redirect http://localhost) anlegen, die zurückgegebene ClientId danach bei -Interactive -ClientId wiederverwenden. Ohne -ClientId schlägt das interaktive Login fehl.</a:t>
            </a:r>
          </a:p>
          <a:p>
            <a:r>
              <a:t>Danach die konkrete Per-Site-Berechtigung FullControl. write klingt sparsamer, reicht aber laut Microsoft-Doku für das Verwalten von Item-Berechtigungen nicht.</a:t>
            </a:r>
          </a:p>
          <a:p>
            <a:r>
              <a:t>Geduld bei 401: Nach Rollenänderung kann der MI-Token-Cache bis ~24 h alt sein. Hilft: az functionapp stop + start, oder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Tabelle nimmt C#-Entwicklern die Scheu und zeigt TypeScript-Leuten, dass es kein Hexenwerk ist. Jede Zeile ist eine 1:1-Entsprechung.</a:t>
            </a:r>
          </a:p>
          <a:p>
            <a:r>
              <a:t>DI / Komposition erklären, falls gefragt: DI = Dependency Injection ('Abhängigkeiten einspritzen'). Eine zentrale Stelle erzeugt die Bausteine und steckt sie zusammen (komponiert), statt dass jeder Baustein seine Helfer selbst baut. C# hat dafür einen eingebauten Mechanismus in Program.cs (FunctionsApplication.CreateBuilder). In TypeScript brauchen wir kein Framework: Wir verbinden die Teile über import und legen Zustand einmal auf Modulebene an (z.B. die eine DefaultAzureCredential). Gleiche Idee, weniger Zeremonie.</a:t>
            </a:r>
          </a:p>
          <a:p>
            <a:r>
              <a:t>Was sich NICHT ändert: App-Registrierung, der Token-v2-/Gruppen-Claim-Stolperstein und das Sites.Selected-Modell der Managed Identity. Das ist Plattform, nicht Sprache.</a:t>
            </a:r>
          </a:p>
          <a:p>
            <a:r>
              <a:t>Botschaft: Die Sprache ist austauschbar, das Muster bleibt. Wer es einmal in einer Sprache verstanden hat, überträgt es in jede andere.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Zusammenfassung, die hängenbleiben soll. Nicht die einzelnen func-Befehle, sondern diese drei Fragen.</a:t>
            </a:r>
          </a:p>
          <a:p>
            <a:r>
              <a:t>Wer diese drei Fragen für eine Function beantworten kann, kann es auch für einen Worker, eine Logic App, eine CI-Pipeline oder Code in einer anderen Cloud.</a:t>
            </a:r>
          </a:p>
          <a:p>
            <a:r>
              <a:t>Das Upload-Counter-Beispiel und ManagePermissions waren nur Vehikel — das Auth- und Permission-Gerüst ist überall dasselbe.</a:t>
            </a:r>
          </a:p>
          <a:p>
            <a:r>
              <a:t>Tauscht in Gedanken ManagePermissions gegen euren echten Use-Case aus: Das Gerüst bleibt identisch.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anleitung.md ist self-contained — die Teilnehmer können zuhause Schritt für Schritt nachbauen.</a:t>
            </a:r>
          </a:p>
          <a:p>
            <a:r>
              <a:t>Wer C# bevorzugt: Die produktive ManagePermissions-Lösung liegt im Schwester-Repo, gleiche Architektur.</a:t>
            </a:r>
          </a:p>
          <a:p>
            <a:r>
              <a:t>azure-functions-konzept.md für alle, die mehr zu Triggern, Bindings und Hosting-Modellen wollen.</a:t>
            </a:r>
          </a:p>
          <a:p>
            <a:r>
              <a:t>Fragen sammeln, dann Übergang zum Hands-On oder zur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50E6FF"/>
                </a:solidFill>
                <a:latin typeface="Segoe UI Semibold"/>
              </a:rP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4023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egoe UI Semibold"/>
              </a:rPr>
              <a:t>Azure Function von Grund auf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194560"/>
            <a:ext cx="5699455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0">
                <a:solidFill>
                  <a:srgbClr val="242424"/>
                </a:solidFill>
                <a:latin typeface="Segoe UI"/>
              </a:rPr>
              <a:t>Vom leeren Ordner zur laufenden Cloud-Function — von Hand, ohne KI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42424"/>
                </a:solidFill>
                <a:latin typeface="Segoe UI"/>
              </a:rPr>
              <a:t>TypeScript / Node.js · PnPjs · Managed Identity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42424"/>
                </a:solidFill>
                <a:latin typeface="Segoe UI"/>
              </a:rPr>
              <a:t>Durchgehendes Beispiel: die ManagePermissions-Lösung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42424"/>
                </a:solidFill>
                <a:latin typeface="Segoe UI"/>
              </a:rPr>
              <a:t>So konkret wie ein SPFx-Web-Part, das man selbst aufsetzt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217920"/>
            <a:ext cx="5699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Worum es geht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Frage: Wie baue ich eine Azure Function, wenn ich es NICHT die KI machen lasse?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Bei SPFx weißt du das längst — hier dieselbe Sicherheit für Functions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Erst Voraussetzungen (Werkzeuge), dann Schritte nacheinander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Keine Vorkenntnisse über Azure Functions nötig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Ziel ist das übertragbare Muster, nicht das einzelne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Denkmodell: SPFx-Web-Part ↔ Azure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Segoe UI"/>
              </a:rPr>
              <a:t>Du kennst den Ablauf bereits — nur die Werkzeuge heißen anders: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73936"/>
          <a:ext cx="10911535" cy="4489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979615"/>
              </a:tblGrid>
              <a:tr h="4988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Bei SPFx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Bei Azure Functions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yo @microsoft/sharepoint (scaffolden)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 init (scaffolden)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Web-Part-Komponente hinzufügen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 new (Function/Trigger hinzufügen)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gulp serve (lokaler Workbench)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 start (Host auf localhost:7071)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package-solution.json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host.json (App-weite Konfiguration)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.sppkg in den App-Katalog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 azure functionapp publish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webApiPermissionRequests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Entra-App + Sites.Selected-Grant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Properties im Property-Pane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App Settings (Umgebungsvariablen)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SPHttpClient / AadHttpClient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PnPjs + DefaultAzureCredential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Was wir bauen — ManagePermissions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Ein HTTP-Endpunkt: POST /api/ManagePermissions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Setzt/entfernt Berechtigung auf EINEM SharePoint-Listenelement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Aufgerufen aus einem SPFx-Web-Part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action = grant | reset, dazu webUrl, listId, itemId, …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Antwort: 200 { ok, message } oder nicht-2xx { error 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Zwei Vertrauensgrenzen, zwei Identitäten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1) Aufrufer → Function = delegated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Benutzer-Token (access_as_user), JWT im Code geprüft + Gruppen-Check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2) Function → SharePoint = app-only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Managed Identity, Sites.Selected + FullControl (nur auf der Ziel-Site)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Kontrollierte Rechte-Erhöhung: der Aufrufer braucht selbst KEINE Site-Admin-Rechte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Voraussetzungen — Werkzeuge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Segoe UI"/>
              </a:rPr>
              <a:t>Einmalig installieren (winget / npm):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73936"/>
          <a:ext cx="10911535" cy="4489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979615"/>
              </a:tblGrid>
              <a:tr h="561213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Werkzeug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Zweck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Node.js 22 LTS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Laufzeit + npm; die App läuft später auf Node 22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Azure Functions Core Tools 4.x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func: init / new / start / publish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Azure CLI 2.60+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Ressourcen anlegen; az login (lokal = Identität)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Git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Versionsverwaltung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Azurite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Lokaler Storage-Emulator für func start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VS Code + Azure Functions Ext.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Optional, bequemes Debuggen/Deployen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PnP.PowerShell + Microsoft.Graph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Nur fürs MI-Berechtigen (Schritt 11)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Voraussetzungen — Konten &amp; Rollen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Azure-Subscription mit Contributor (Ressourcen + Function App anlegen)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Entra-Tenant-Admin — einmalig für den Admin-Consent von Sites.Selected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SharePoint-Administrator — Ziel-Site für die MI freigeben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und ggf. die API-Berechtigung des SPFx-Web-Parts genehmigen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1 — func init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mkdir managepermissions-ts &amp;&amp; cd … &amp;&amp; git init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func init --worker-runtime node --language typescript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--worker-runtime = Sprachwahl: node, python, powershell, dotnet-isolated, java, custom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Das ist das func-Gegenstück zu yo @microsoft/sharepoint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Aus dem leeren Ordner wird ein vollständiges Function-Projekt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Die generierten Dateien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Segoe UI"/>
              </a:rPr>
              <a:t>Was func init anlegt — und was es bedeutet: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73936"/>
          <a:ext cx="10911535" cy="44897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979615"/>
              </a:tblGrid>
              <a:tr h="64138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Datei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Bedeutung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host.json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App-weite Konfiguration (alle Functions)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local.settings.json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Lokale Settings/Secrets; wird NICHT deployt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package.json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npm-Pakete + Scripts; main = wo Functions registriert sind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tsconfig.json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TypeScript-Compiler: src/**/*.ts → dist/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.funcignore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Was NICHT mit deployt wird (analog .gitignore)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.gitignore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Schließt local.settings.json, node_modules, dist aus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2 — func new + lokal starten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func new --name ManagePermissions --template "HTTP trigger" --authlevel anonymous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--authlevel: anonymous | function | admin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→ erzeugt src/functions/ManagePermissions.ts (Hello world)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npm install &amp;&amp; npm start  →  Host auf http://localhost:7071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Invoke-RestMethod …/api/ManagePermissions?name=Workshop → Hello, Workshop!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Meilenstein: eine Function läuft lokal — ab jetzt nur noch Logik ersetzen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Das v4-Programmiermodell — Functions im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'Programmiermodell' = WIE man Functions im Code schreibt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v4 = aktuelle Node-Generation (npm-Paket @azure/functions v4)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Function 'registrieren' = dem Host bekannt machen: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app.http('ManagePermissions', { methods, authLevel, handler })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→ Name · worauf sie reagiert · welcher Code läuft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Beim Start lädt der Host die Dateien aus main und führt die Registrierungen aus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Pendant zu C#: [Function("…")] / [HttpTrigger] im Code — gleiche Idee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3 — Abhängigkeiten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Segoe UI"/>
              </a:rPr>
              <a:t>npm install @azure/identity @pnp/sp @pnp/nodejs @pnp/azidjsclient jose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73936"/>
          <a:ext cx="10911535" cy="4489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979615"/>
              </a:tblGrid>
              <a:tr h="7482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Paket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Wofür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@azure/identity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DefaultAzureCredential (MI in Azure, az-Login lokal)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@pnp/sp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PnPjs-Kern: Webs, Listen, Items, Security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@pnp/nodejs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Node-Bausteine: SPDefault (fetch-Client)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@pnp/azidjsclient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Brücke @azure/identity → PnPjs (AzureIdentity)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JWT-Validierung (Signaturprüfung gegen Entra-Schlüssel)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4 — Der Eingabe-Vertrag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models/managePermissionsRequest.ts — ein TypeScript-Interface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action, webUrl, listId, itemId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userPrincipalName, permissionLevel (nur grant)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copyExistingPermissions (nur grant, Default true)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Der Vertrag dokumentiert, was das Web-Part schicken muss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5 — Aufrufer prüfen (JWT im 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auth/callerAuthorizer.ts mit jose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createRemoteJWKSet(...) lädt Entras öffentliche Schlüssel (gecacht)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jwtVerify: Signatur + Issuer (/v2.0) + Audience + Gültigkeit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Dann scp prüfen (access_as_user) und groups (AllowedGroupId)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Gefälschtes/abgelaufenes/fremdes Token → 401/403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Zwei Entra-Stolpersteine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1) Token-Version: api://-Apps stellen per Default v1.0-Tokens aus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Issuer passt dann nicht zu /v2.0 → JEDER Aufruf 401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Fix: requestedAccessTokenVersion = 2 im App-Manifest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2) groups-Claim ist standardmäßig NICHT im Token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Fix: Token configuration → groups claim → 'Groups assigned to the application'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6 — SharePoint mit PnPjs (app-only)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services/sharePointPermissionService.ts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const credential = new DefaultAzureCredential()  // einmal, Modulebene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spfi(webUrl).using(SPDefault(), AzureIdentity(credential, [scope], null))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scope = https://&lt;host&gt;/.default  →  SharePoint-Token (nicht Graph)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In Azure = Managed Identity, lokal = az login — KEIN Secret-Code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Die Berechtigungs-Logik (grant / reset)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roleDefinitions.getByType(roleType) — sprachunabhängig (kein 'Mitwirken'-Problem)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ensureUser(upn) — Benutzer in der Site sicherstellen → userId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breakRoleInheritance(copyExisting, false) — Vererbung nur trennen, wenn nötig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roleAssignments.add(userId, roleDefId) — Rolle setzen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reset: resetRoleInheritance() — Vererbung wiederherstellen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7 — Handler verdrahten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functions/ManagePermissions.ts — die Hello-world-Logik ersetzen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1) authorizeCaller(authHeader) → bei Fehler sofort raus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2) request.json() → Body lesen (ungültig → 400)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3) action grant/reset → Service aufrufen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Struktur identisch zu Schritt 2 — nur die Logik ist gewachsen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8 — Lokal testen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local.settings.json: AzureAd__* + SharePoint__AllowedHosts eintragen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login — lokal nutzt DefaultAzureCredential diese Anmeldung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azurite (Terminal 1) + npm start (Terminal 2)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Token holen: az account get-access-token --resource api://&lt;client-id&gt;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Invoke-RestMethod mit Bearer-Token gegen localhost:7071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9 — Nach Azure deployen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group create + az storage account create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functionapp create --flexconsumption-location … --runtime node --runtime-version 22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functionapp identity assign — System-assigned Managed Identity an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functionapp config appsettings set — AzureAd__* + SharePoint__AllowedHosts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az functionapp cors add (SPFx-Origin) · func azure functionapp publish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10 — Entra-App + Sicherheitsgruppe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App-Registrierung 'ManagePermissions API' → Application (client) ID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Expose an API → Scope access_as_user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Token-Version 2 (Manifest) + groups claim (Token configuration)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Sicherheitsgruppe anlegen → Object Id = AzureAd__AllowedGroupId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Gruppe der Enterprise-App zuweisen (sonst kein groups-Claim)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Schritt 11 — Managed Identity berechtigen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Least privilege: Sites.Selected + per-Site FullControl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PnPjs/CSOM nutzt das SharePoint-Token → Sites.Selected auf Graph UND SPO nötig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App-Rollen via Microsoft.Graph: New-MgServicePrincipalAppRoleAssignment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Per-Site: Grant-PnPAzureADAppSitePermission … -Permissions FullControl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write reicht NICHT für Item-Berechtigungen (laut MS-Doku)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C# vs. TypeScript — gegenübergestellt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Segoe UI"/>
              </a:rPr>
              <a:t>Gleiche Architektur, andere Werkzeuge: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73936"/>
          <a:ext cx="10911535" cy="4489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6979615"/>
              </a:tblGrid>
              <a:tr h="4988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Baustein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C# / TypeScript</a:t>
                      </a:r>
                    </a:p>
                  </a:txBody>
                  <a:tcPr anchor="ctr" marL="54864" marR="36576" marT="0" marB="0">
                    <a:solidFill>
                      <a:srgbClr val="1F2D54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Function registrieren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[HttpTrigger]-Attribut  /  app.http(...)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Token validieren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Microsoft.IdentityModel  /  jose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SharePoint-Zugriff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PnP Core SDK  /  PnPjs (spfi)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App-only-Token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DefaultAzureCredential  /  AzureIdentity + DefaultAzureCredential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Konfiguration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IOptions&lt;T&gt;  /  process.env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DI / Komposition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Program.cs (CreateBuilder)  /  import + Modul-Singletons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Vererbung trennen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BreakRoleInheritanceAsync  /  breakRoleInheritance</a:t>
                      </a:r>
                    </a:p>
                  </a:txBody>
                  <a:tcPr anchor="ctr" marL="54864" marR="36576" marT="0" marB="0">
                    <a:solidFill>
                      <a:srgbClr val="FFFFFF"/>
                    </a:solidFill>
                  </a:tcPr>
                </a:tc>
              </a:tr>
              <a:tr h="4988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Deployen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2424"/>
                          </a:solidFill>
                          <a:latin typeface="Segoe UI"/>
                        </a:rPr>
                        <a:t>func azure functionapp publish  (beide)</a:t>
                      </a:r>
                    </a:p>
                  </a:txBody>
                  <a:tcPr anchor="ctr" marL="54864" marR="36576" marT="0" marB="0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Übertragbarkeit — das eigentliche Lernziel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Drei Fragen für JEDEN Azure-Code, der auf M365 zugreift: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1) Welche Identität führt meinen Code aus?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2) Woher kommt das Token — und was steht drin?</a:t>
            </a:r>
          </a:p>
          <a:p>
            <a:pPr>
              <a:spcBef>
                <a:spcPts val="800"/>
              </a:spcBef>
            </a:pPr>
            <a:r>
              <a:rPr sz="1900" b="0">
                <a:solidFill>
                  <a:srgbClr val="595959"/>
                </a:solidFill>
                <a:latin typeface="Segoe UI"/>
              </a:rPr>
              <a:t>     </a:t>
            </a:r>
            <a:r>
              <a:rPr sz="1900" b="0">
                <a:solidFill>
                  <a:srgbClr val="595959"/>
                </a:solidFill>
                <a:latin typeface="Segoe UI"/>
              </a:rPr>
              <a:t>3) Wie greife ich least-privilege zu (Sites.Selected statt FullControl)?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Gilt für C#, TypeScript, PowerShell, Python — und jede Azure-Workload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 Semibold"/>
              </a:rPr>
              <a:t>Vielen Dank!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9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Anleitung zum Mitmachen: anleitung.md (Befehl für Befehl, kompletter Code)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Produktive C#-Variante: ManagePermissions/ (Schwester-Repo)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Konzept-Deep-Dive: praesentation/azure-functions-konzept.md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0078D4"/>
                </a:solidFill>
                <a:latin typeface="Segoe UI"/>
              </a:rPr>
              <a:t>▸  </a:t>
            </a:r>
            <a:r>
              <a:rPr sz="2200" b="0">
                <a:solidFill>
                  <a:srgbClr val="242424"/>
                </a:solidFill>
                <a:latin typeface="Segoe UI"/>
              </a:rPr>
              <a:t>Fragen?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Segoe UI"/>
              </a:rPr>
              <a:t>Azure Function von Grund auf · Developer Workshop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Segoe U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